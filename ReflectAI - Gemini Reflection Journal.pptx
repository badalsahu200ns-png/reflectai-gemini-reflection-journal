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70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6335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0126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253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9489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5969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58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1320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438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5621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7057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138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84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0996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s://reflection-journal-by-badal-200ns.ai.studio/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reflection-journal-by-badal-200ns.ai.studio/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reflection-journal-by-badal-200ns.ai.studio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hyperlink" Target="https://reflection-journal-by-badal-200ns.ai.studio/" TargetMode="External"/><Relationship Id="rId5" Type="http://schemas.openxmlformats.org/officeDocument/2006/relationships/image" Target="../media/image13.png"/><Relationship Id="rId10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https://reflection-journal-by-badal-200ns.ai.stud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s://reflection-journal-by-badal-200ns.ai.studi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reflection-journal-by-badal-200ns.ai.studi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reflection-journal-by-badal-200ns.ai.studio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hyperlink" Target="https://reflection-journal-by-badal-200ns.ai.studio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hyperlink" Target="https://reflection-journal-by-badal-200ns.ai.studio/" TargetMode="External"/><Relationship Id="rId4" Type="http://schemas.openxmlformats.org/officeDocument/2006/relationships/image" Target="../media/image19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reflection-journal-by-badal-200ns.ai.studio/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34440"/>
            <a:ext cx="4389120" cy="4389120"/>
          </a:xfrm>
          <a:prstGeom prst="ellipse">
            <a:avLst/>
          </a:prstGeom>
          <a:ln w="12700">
            <a:solidFill>
              <a:srgbClr val="2A30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594360"/>
            <a:ext cx="3108960" cy="3108960"/>
          </a:xfrm>
          <a:prstGeom prst="ellipse">
            <a:avLst/>
          </a:prstGeom>
          <a:ln w="12700">
            <a:solidFill>
              <a:srgbClr val="2A30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5720"/>
            <a:ext cx="1828800" cy="1828800"/>
          </a:xfrm>
          <a:prstGeom prst="ellipse">
            <a:avLst/>
          </a:prstGeom>
          <a:ln w="15875">
            <a:solidFill>
              <a:srgbClr val="C6FF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34640" y="484632"/>
            <a:ext cx="0" cy="310896"/>
          </a:xfrm>
          <a:prstGeom prst="line">
            <a:avLst/>
          </a:prstGeom>
          <a:noFill/>
          <a:ln w="12700">
            <a:solidFill>
              <a:srgbClr val="2A30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98280" y="4572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E241A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98280" y="457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6FF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MEET THE BUILDERS 2026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640080" y="1965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ReflectAI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658368" y="29443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2F2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Gemini Reflection Journal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58368" y="343814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Your journal that remembers, reflects, and helps you notice patterns.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7512" y="4114800"/>
            <a:ext cx="822960" cy="0"/>
          </a:xfrm>
          <a:prstGeom prst="line">
            <a:avLst/>
          </a:prstGeom>
          <a:noFill/>
          <a:ln w="19050">
            <a:solidFill>
              <a:srgbClr val="C6FF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4206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658368" y="4434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Badal Kumar Sahu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658368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58368" y="5440680"/>
            <a:ext cx="402336" cy="402336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23" name="Image 1" descr="/home/claude/reflectai_ppt/icons/aistu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532120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15568" y="544068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F2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AI Studio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3008376" y="5440680"/>
            <a:ext cx="402336" cy="402336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26" name="Image 2" descr="/home/claude/reflectai_ppt/icons/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5532120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3465576" y="544068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F2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Gemini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535424" y="5440680"/>
            <a:ext cx="402336" cy="402336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29" name="Image 3" descr="/home/claude/reflectai_ppt/icons/fire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5532120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992624" y="544068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F2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Firebase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227064" y="5440680"/>
            <a:ext cx="402336" cy="402336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32" name="Image 4" descr="/home/claude/reflectai_ppt/icons/google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5532120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684264" y="5440680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F2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Cloud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Image 5" descr="/home/claude/reflectai_ppt/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Image 6" descr="/home/claude/reflectai_ppt/icons/linked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38B3282-05B3-3A4E-45B2-A2D9E6F2B1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" y="164096"/>
            <a:ext cx="4937760" cy="174628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F004778-2192-86DD-023B-BB8C09E673B0}"/>
              </a:ext>
            </a:extLst>
          </p:cNvPr>
          <p:cNvSpPr txBox="1"/>
          <p:nvPr/>
        </p:nvSpPr>
        <p:spPr>
          <a:xfrm>
            <a:off x="3813741" y="59857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REAL PROBLEM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People journal - but the patterns stay hidden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People journal, but often struggle to understand patterns in their thoughts, experiences, and personal growth.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1660" y="2377440"/>
            <a:ext cx="914400" cy="9144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9A662"/>
            </a:solidFill>
            <a:prstDash val="solid"/>
          </a:ln>
        </p:spPr>
      </p:sp>
      <p:pic>
        <p:nvPicPr>
          <p:cNvPr id="7" name="Image 0" descr="/home/claude/reflectai_ppt/icons/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263347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34747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Thoughts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32688" y="4160520"/>
            <a:ext cx="2752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Scattered thoughts pile up entry after entry, but nothing connects today's thinking to last month's.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09260" y="2377440"/>
            <a:ext cx="914400" cy="9144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9A662"/>
            </a:solidFill>
            <a:prstDash val="solid"/>
          </a:ln>
        </p:spPr>
      </p:sp>
      <p:pic>
        <p:nvPicPr>
          <p:cNvPr id="12" name="Image 1" descr="/home/claude/reflectai_ppt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92" y="26334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53712" y="34747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Experiences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590288" y="4160520"/>
            <a:ext cx="2752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Recurring moods, habits, and moments repeat across entries, yet no one has time to read back and find them.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55280" y="196596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66860" y="2377440"/>
            <a:ext cx="914400" cy="9144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9A662"/>
            </a:solidFill>
            <a:prstDash val="solid"/>
          </a:ln>
        </p:spPr>
      </p:sp>
      <p:pic>
        <p:nvPicPr>
          <p:cNvPr id="17" name="Image 2" descr="/home/claude/reflectai_ppt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892" y="263347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11312" y="34747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Personal growth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8247888" y="4160520"/>
            <a:ext cx="2752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visible patterns, journaling stays a diary of the past instead of a guide for what comes next.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3" descr="/home/claude/reflectai_ppt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4" descr="/home/claude/reflectai_ppt/icons/linked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65676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D8A4C5-C2A1-EF13-02C8-6A130650196E}"/>
              </a:ext>
            </a:extLst>
          </p:cNvPr>
          <p:cNvSpPr txBox="1"/>
          <p:nvPr/>
        </p:nvSpPr>
        <p:spPr>
          <a:xfrm>
            <a:off x="7519693" y="-145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GOOGLE AI SOLUTION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ReflectAI turns entries into meaningful insight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ReflectAI uses Gemini and Google AI to turn journal entries into meaningful reflections and insights — grounding every insight in your own journal evidence, then helping you reflect on identity, strengths, career direction, and learning, with you always in control of what it remembers.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4096512"/>
            <a:ext cx="82296" cy="8229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Powered by Gemini / Google AI — grounded, evidence-based reflection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553712"/>
            <a:ext cx="82296" cy="8229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4434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Turns scattered entries into visible patterns across thoughts &amp; growth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5010912"/>
            <a:ext cx="82296" cy="8229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4892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workspace: journal, SWOT, career, study, and ethics guidance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223760" y="1783080"/>
            <a:ext cx="4297680" cy="4297680"/>
          </a:xfrm>
          <a:prstGeom prst="roundRect">
            <a:avLst>
              <a:gd name="adj" fmla="val 3404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1554480"/>
            <a:ext cx="4389120" cy="4389120"/>
          </a:xfrm>
          <a:prstGeom prst="ellipse">
            <a:avLst/>
          </a:prstGeom>
          <a:ln w="12700">
            <a:solidFill>
              <a:srgbClr val="2A30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2194560"/>
            <a:ext cx="3108960" cy="3108960"/>
          </a:xfrm>
          <a:prstGeom prst="ellipse">
            <a:avLst/>
          </a:prstGeom>
          <a:ln w="12700">
            <a:solidFill>
              <a:srgbClr val="2A30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2834640"/>
            <a:ext cx="1828800" cy="1828800"/>
          </a:xfrm>
          <a:prstGeom prst="ellipse">
            <a:avLst/>
          </a:prstGeom>
          <a:ln w="15875">
            <a:solidFill>
              <a:srgbClr val="C6FF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3246120"/>
            <a:ext cx="1005840" cy="100584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16" name="Image 0" descr="/home/claude/reflectai_ppt/icons/ge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2" y="3502152"/>
            <a:ext cx="493776" cy="4937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98080" y="5166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Grounded in your own words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7589520" y="5577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reflection traces back to real journal evidence — never generic advice.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1" descr="/home/claude/reflectai_ppt/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2" descr="/home/claude/reflectai_ppt/icons/linked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65676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77226C-E3D3-32D9-2D5C-2D0A60D66773}"/>
              </a:ext>
            </a:extLst>
          </p:cNvPr>
          <p:cNvSpPr txBox="1"/>
          <p:nvPr/>
        </p:nvSpPr>
        <p:spPr>
          <a:xfrm>
            <a:off x="7508609" y="-264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IT DOES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Six pillars of ReflectAI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84832"/>
            <a:ext cx="685800" cy="6858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6" name="Image 0" descr="/home/claude/reflectai_ppt/icons/jou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340864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Grounded Journal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96112" y="288036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Journal entries become searchable evidence behind every insight.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16552" y="18288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72584" y="2084832"/>
            <a:ext cx="685800" cy="6858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11" name="Image 1" descr="/home/claude/reflectai_ppt/icons/ident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340864"/>
            <a:ext cx="173736" cy="1737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13832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Identity Reflection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4672584" y="288036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User-authored reflection on who you are, shaped with AI as a mirror.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93024" y="18288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49056" y="2084832"/>
            <a:ext cx="685800" cy="6858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16" name="Image 2" descr="/home/claude/reflectai_ppt/icons/sw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2340864"/>
            <a:ext cx="173736" cy="1737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90304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Personal SWOT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449056" y="288036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Strengths, weaknesses, opportunities &amp; threats, drawn from your own writing.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4233672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112" y="4489704"/>
            <a:ext cx="685800" cy="6858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21" name="Image 3" descr="/home/claude/reflectai_ppt/icons/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4" y="4745736"/>
            <a:ext cx="173736" cy="1737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489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Career Compass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896112" y="5285232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Direction-finding for career questions, grounded in your journal history.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416552" y="4233672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72584" y="4489704"/>
            <a:ext cx="685800" cy="6858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26" name="Image 4" descr="/home/claude/reflectai_ppt/icons/studygur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4745736"/>
            <a:ext cx="173736" cy="17373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13832" y="4489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AI Study Guru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4672584" y="5285232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focused AI tutor and study companion inside the same workspace.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193024" y="4233672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49056" y="4489704"/>
            <a:ext cx="685800" cy="6858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31" name="Image 5" descr="/home/claude/reflectai_ppt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88" y="4745736"/>
            <a:ext cx="173736" cy="17373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90304" y="4489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Ethical AI Guru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8449056" y="5285232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Guidance designed with ethics and user control at its core.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Image 6" descr="/home/claude/reflectai_ppt/icons/githu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Image 7" descr="/home/claude/reflectai_ppt/icons/linked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265676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42B593-CAB1-397B-1A4D-52C5A059D757}"/>
              </a:ext>
            </a:extLst>
          </p:cNvPr>
          <p:cNvSpPr txBox="1"/>
          <p:nvPr/>
        </p:nvSpPr>
        <p:spPr>
          <a:xfrm>
            <a:off x="7450421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FOCUS · 01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Grounded journal, user-authored identity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6" name="Image 0" descr="/home/claude/reflectai_ppt/icons/jou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4963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Grounded Journal Evidence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60120" y="374904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entry you write becomes part of a searchable evidence base. When ReflectAI surfaces an insight, it points back to the entries that support it — so reflection stays honest and personal, never generic.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240280"/>
            <a:ext cx="822960" cy="82296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11" name="Image 1" descr="/home/claude/reflectai_ppt/icons/ident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4963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2240" y="3246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User-Authored Identity Reflection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492240" y="374904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 write your own answers to identity-shaping questions. ReflectAI acts as a mirror — organizing and connecting your reflections rather than writing your story for you.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/home/claude/reflectai_ppt/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3" descr="/home/claude/reflectai_ppt/icons/linked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65676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7F2CEE-93DE-8C07-8A12-F612FF4124A5}"/>
              </a:ext>
            </a:extLst>
          </p:cNvPr>
          <p:cNvSpPr txBox="1"/>
          <p:nvPr/>
        </p:nvSpPr>
        <p:spPr>
          <a:xfrm>
            <a:off x="7519693" y="-310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FOCUS · 02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Personal SWOT, then a Career Compass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6" name="Image 0" descr="/home/claude/reflectai_ppt/icons/sw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4963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Personal SWOT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60120" y="37490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Strengths, weaknesses, opportunities, and threats — built from patterns in your journal.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60120" y="4800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41A"/>
          </a:solidFill>
          <a:ln w="9525">
            <a:solidFill>
              <a:srgbClr val="C6FF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600200" y="4800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41A"/>
          </a:solidFill>
          <a:ln w="9525">
            <a:solidFill>
              <a:srgbClr val="C6FF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0020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60120" y="5440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41A"/>
          </a:solidFill>
          <a:ln w="9525">
            <a:solidFill>
              <a:srgbClr val="C6FF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5440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600200" y="5440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41A"/>
          </a:solidFill>
          <a:ln w="9525">
            <a:solidFill>
              <a:srgbClr val="C6FF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00200" y="5440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72200" y="192024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2240280"/>
            <a:ext cx="822960" cy="82296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19" name="Image 1" descr="/home/claude/reflectai_ppt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496312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92240" y="3246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Career Compass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6492240" y="374904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Turns self-knowledge into direction — helping you connect what your journal reveals about your strengths and interests to real career questions and next steps.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2" descr="/home/claude/reflectai_ppt/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3" descr="/home/claude/reflectai_ppt/icons/linked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265676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D510F7-CB76-A5ED-3FA7-603FFB6BE3CD}"/>
              </a:ext>
            </a:extLst>
          </p:cNvPr>
          <p:cNvSpPr txBox="1"/>
          <p:nvPr/>
        </p:nvSpPr>
        <p:spPr>
          <a:xfrm>
            <a:off x="7505838" y="-310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C9A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FOCUS · 03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study companion, guided by ethics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6" name="Image 0" descr="/home/claude/reflectai_ppt/icons/studygu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4963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Study Guru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74904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AI tutor inside ReflectAI — helping you learn and revise topics without leaving your personal workspace.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240280"/>
            <a:ext cx="822960" cy="82296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11" name="Image 1" descr="/home/claude/reflectai_ppt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4963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2240" y="3246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AI Guru Guidance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374904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is designed with clear ethical boundaries — supportive and honest, without overstepping into advice that should come from a real professional.</a:t>
            </a:r>
            <a:endParaRPr lang="en-US" sz="1250" dirty="0"/>
          </a:p>
        </p:txBody>
      </p:sp>
      <p:pic>
        <p:nvPicPr>
          <p:cNvPr id="14" name="Image 2" descr="/home/claude/reflectai_ppt/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badalsahu200ns-png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badalsahu200ns</a:t>
            </a:r>
            <a:endParaRPr lang="en-US" sz="1050" dirty="0"/>
          </a:p>
        </p:txBody>
      </p:sp>
      <p:pic>
        <p:nvPicPr>
          <p:cNvPr id="17" name="Image 3" descr="/home/claude/reflectai_ppt/icons/linked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65676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A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2475CC-125C-FE87-D821-16C821469070}"/>
              </a:ext>
            </a:extLst>
          </p:cNvPr>
          <p:cNvSpPr txBox="1"/>
          <p:nvPr/>
        </p:nvSpPr>
        <p:spPr>
          <a:xfrm>
            <a:off x="7519693" y="-310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TRUST &amp; CONTROL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You decide what ReflectAI remembers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371600" cy="13716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C6FF3D"/>
            </a:solidFill>
            <a:prstDash val="solid"/>
          </a:ln>
        </p:spPr>
      </p:sp>
      <p:pic>
        <p:nvPicPr>
          <p:cNvPr id="5" name="Image 0" descr="/home/claude/reflectai_ppt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31720" y="2103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F2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ReflectAI keeps a memory of what matters to you — but every memory is visible and user-controlled. Nothing is retained silently, and you can review, edit, or delete what the system remembers at any time.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331720" y="37947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E241A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317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6FF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Visible, not hidden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4880" y="37947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41A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6FF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Editable anytime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903720" y="37947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241A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6FF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Deletable on request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418320" y="37947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241A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41832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6FF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Never sold or shared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" descr="/home/claude/reflectai_ppt/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2" descr="/home/claude/reflectai_ppt/icons/linked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65676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DBF577-E25D-C7DE-87B8-346701CB1009}"/>
              </a:ext>
            </a:extLst>
          </p:cNvPr>
          <p:cNvSpPr txBox="1"/>
          <p:nvPr/>
        </p:nvSpPr>
        <p:spPr>
          <a:xfrm>
            <a:off x="7513320" y="43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 THE HOOD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Built on the Google AI stack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468880"/>
            <a:ext cx="1005840" cy="100584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6" name="Image 0" descr="/home/claude/reflectai_ppt/icons/aistu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2724912"/>
            <a:ext cx="493776" cy="493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Google AI Studio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" y="429768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Rapid prompt design &amp; app development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502152" y="210312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02252" y="2468880"/>
            <a:ext cx="1005840" cy="100584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11" name="Image 1" descr="/home/claude/reflectai_ppt/icons/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284" y="272491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5032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Gemini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703320" y="429768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Reflection, SWOT, and study-guru intelligence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364224" y="210312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64324" y="2468880"/>
            <a:ext cx="1005840" cy="100584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16" name="Image 2" descr="/home/claude/reflectai_ppt/icons/fire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272491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47104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Firebase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6565392" y="429768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Auth, storage, and real-time app backend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226296" y="210312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26396" y="2468880"/>
            <a:ext cx="1005840" cy="100584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21" name="Image 3" descr="/home/claude/reflectai_ppt/icons/google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428" y="272491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09176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Google Cloud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9427464" y="429768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Hosting and infrastructure at scale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4" descr="/home/claude/reflectai_ppt/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5" descr="/home/claude/reflectai_ppt/icons/linked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265676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568CD0-D0CB-A29F-DCFA-17970870CBC6}"/>
              </a:ext>
            </a:extLst>
          </p:cNvPr>
          <p:cNvSpPr txBox="1"/>
          <p:nvPr/>
        </p:nvSpPr>
        <p:spPr>
          <a:xfrm>
            <a:off x="7481316" y="-401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USING REFLECTAI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a journal entry to real guidance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3017520"/>
          </a:xfrm>
          <a:prstGeom prst="roundRect">
            <a:avLst>
              <a:gd name="adj" fmla="val 5091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384048" cy="38404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D0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40180" y="2971800"/>
            <a:ext cx="914400" cy="9144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8" name="Image 0" descr="/home/claude/reflectai_ppt/icons/wr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32278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4023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Write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41248" y="440740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Capture a journal entry — a thought, a day, a struggle.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/home/claude/reflectai_ppt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359359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47288" y="2194560"/>
            <a:ext cx="2514600" cy="3017520"/>
          </a:xfrm>
          <a:prstGeom prst="roundRect">
            <a:avLst>
              <a:gd name="adj" fmla="val 5091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30168" y="2377440"/>
            <a:ext cx="384048" cy="38404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63016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D0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247388" y="2971800"/>
            <a:ext cx="914400" cy="9144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16" name="Image 2" descr="/home/claude/reflectai_ppt/icons/refl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420" y="32278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30168" y="4023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Reflect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3648456" y="440740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ReflectAI grounds insight in that entry and past ones.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3" descr="/home/claude/reflectai_ppt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593592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54496" y="2194560"/>
            <a:ext cx="2514600" cy="3017520"/>
          </a:xfrm>
          <a:prstGeom prst="roundRect">
            <a:avLst>
              <a:gd name="adj" fmla="val 5091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37376" y="2377440"/>
            <a:ext cx="384048" cy="38404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437376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D0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7054596" y="2971800"/>
            <a:ext cx="914400" cy="9144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24" name="Image 4" descr="/home/claude/reflectai_ppt/icons/patter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628" y="3227832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37376" y="4023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Notice patterns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6455664" y="440740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Recurring themes surface in SWOT and identity views.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5" descr="/home/claude/reflectai_ppt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3593592"/>
            <a:ext cx="219456" cy="21945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061704" y="2194560"/>
            <a:ext cx="2514600" cy="3017520"/>
          </a:xfrm>
          <a:prstGeom prst="roundRect">
            <a:avLst>
              <a:gd name="adj" fmla="val 5091"/>
            </a:avLst>
          </a:prstGeom>
          <a:solidFill>
            <a:srgbClr val="171B14"/>
          </a:solidFill>
          <a:ln w="12700">
            <a:solidFill>
              <a:srgbClr val="2A3024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244584" y="2377440"/>
            <a:ext cx="384048" cy="38404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244584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D0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9861804" y="2971800"/>
            <a:ext cx="914400" cy="914400"/>
          </a:xfrm>
          <a:prstGeom prst="ellipse">
            <a:avLst/>
          </a:prstGeom>
          <a:solidFill>
            <a:srgbClr val="1E241A"/>
          </a:solidFill>
          <a:ln w="15875">
            <a:solidFill>
              <a:srgbClr val="2A3024"/>
            </a:solidFill>
            <a:prstDash val="solid"/>
          </a:ln>
        </p:spPr>
      </p:sp>
      <p:pic>
        <p:nvPicPr>
          <p:cNvPr id="32" name="Image 6" descr="/home/claude/reflectai_ppt/icons/guid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7836" y="3227832"/>
            <a:ext cx="402336" cy="40233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244584" y="4023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Get guidance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5"/>
          <p:cNvSpPr txBox="1"/>
          <p:nvPr/>
        </p:nvSpPr>
        <p:spPr>
          <a:xfrm>
            <a:off x="9262872" y="440740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Turn patterns into career or study direction, ethically.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Image 7" descr="/home/claude/reflectai_ppt/icons/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7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Image 8" descr="/home/claude/reflectai_ppt/icons/linked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4265676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85533D-6E9E-5FA3-44A5-6069B78E06F0}"/>
              </a:ext>
            </a:extLst>
          </p:cNvPr>
          <p:cNvSpPr txBox="1"/>
          <p:nvPr/>
        </p:nvSpPr>
        <p:spPr>
          <a:xfrm>
            <a:off x="7511796" y="-401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05840"/>
            <a:ext cx="4389120" cy="4389120"/>
          </a:xfrm>
          <a:prstGeom prst="ellipse">
            <a:avLst/>
          </a:prstGeom>
          <a:ln w="12700">
            <a:solidFill>
              <a:srgbClr val="2A30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365760"/>
            <a:ext cx="3108960" cy="3108960"/>
          </a:xfrm>
          <a:prstGeom prst="ellipse">
            <a:avLst/>
          </a:prstGeom>
          <a:ln w="12700">
            <a:solidFill>
              <a:srgbClr val="2A30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ln w="15875">
            <a:solidFill>
              <a:srgbClr val="C6FF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6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6FF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Let's build reflective, responsible AI together.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58368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ReflectAI — Gemini Reflection Journal · Badal Kumar Sahu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58368" y="4023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Cloud | Hack2skill · Gen AI Academy — APAC Edition (Cohort 3) · Meet the Builders 2026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/home/claude/reflectai_ppt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323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badalsahu200ns-png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918972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3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badalsahu200ns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/home/claude/reflectai_ppt/icons/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0584" y="6473952"/>
            <a:ext cx="201168" cy="20116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EB7697C-9A60-333D-F892-965297E6057B}"/>
              </a:ext>
            </a:extLst>
          </p:cNvPr>
          <p:cNvSpPr txBox="1"/>
          <p:nvPr/>
        </p:nvSpPr>
        <p:spPr>
          <a:xfrm>
            <a:off x="7193280" y="58503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4493F8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https://reflection-journal-by-badal-200ns.ai.studio</a:t>
            </a:r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858</Words>
  <Application>Microsoft Office PowerPoint</Application>
  <PresentationFormat>Widescreen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ReflectAI - Gemini Reflection Journal</dc:title>
  <dc:subject>Application Sumaary</dc:subject>
  <dc:creator>Badal kumar sahu</dc:creator>
  <cp:lastModifiedBy>Badal sahu</cp:lastModifiedBy>
  <cp:revision>3</cp:revision>
  <dcterms:created xsi:type="dcterms:W3CDTF">2026-09-08T09:10:23Z</dcterms:created>
  <dcterms:modified xsi:type="dcterms:W3CDTF">2026-09-08T09:33:44Z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